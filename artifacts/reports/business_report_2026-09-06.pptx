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KiranaOS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Daily Business Analysis Report</a:t>
            </a:r>
          </a:p>
          <a:p>
            <a:r>
              <a:t>2026-09-06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Sales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Number of Bills: 1</a:t>
            </a:r>
          </a:p>
          <a:p>
            <a:pPr>
              <a:defRPr sz="2200"/>
            </a:pPr>
            <a:r>
              <a:t>Quantity Sold: 1.0</a:t>
            </a:r>
          </a:p>
          <a:p>
            <a:pPr>
              <a:defRPr sz="2200"/>
            </a:pPr>
            <a:r>
              <a:t>Subtotal: ₹14.00</a:t>
            </a:r>
          </a:p>
          <a:p>
            <a:pPr>
              <a:defRPr sz="2200"/>
            </a:pPr>
            <a:r>
              <a:t>GST Collected: ₹0.70</a:t>
            </a:r>
          </a:p>
          <a:p>
            <a:pPr>
              <a:defRPr sz="2200"/>
            </a:pPr>
            <a:r>
              <a:t>Total Sales: ₹14.70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Selling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Maggi 70g - 1 units - ₹14.70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Reorder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No products currently require reordering.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1 bills were completed today.</a:t>
            </a:r>
          </a:p>
          <a:p>
            <a:pPr>
              <a:defRPr sz="2000"/>
            </a:pPr>
            <a:r>
              <a:t>• Total revenue generated: ₹14.70.</a:t>
            </a:r>
          </a:p>
          <a:p>
            <a:pPr>
              <a:defRPr sz="2000"/>
            </a:pPr>
            <a:r>
              <a:t>• GST collected: ₹0.70.</a:t>
            </a:r>
          </a:p>
          <a:p>
            <a:pPr>
              <a:defRPr sz="2000"/>
            </a:pPr>
            <a:r>
              <a:t>• Review reorder suggestions to maintain inventory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